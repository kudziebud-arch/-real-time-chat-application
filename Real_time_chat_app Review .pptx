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-17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C1309-D7D5-40FE-8672-C289AEF7194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813B1-D406-4648-A0B9-9F820C6A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9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2813B1-D406-4648-A0B9-9F820C6A9F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85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2813B1-D406-4648-A0B9-9F820C6A9F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654143" cy="18970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IN" sz="27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AMSD </a:t>
            </a:r>
            <a:r>
              <a:rPr lang="en-IN" sz="2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  <a:br>
              <a:rPr lang="en-IN" sz="2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700"/>
            <a:ext cx="8229600" cy="3954463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3600" dirty="0" smtClean="0"/>
              <a:t>Real Time Chat </a:t>
            </a:r>
            <a:r>
              <a:rPr lang="en-US" sz="3600" dirty="0" smtClean="0"/>
              <a:t>Application</a:t>
            </a:r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buNone/>
            </a:pPr>
            <a:endParaRPr lang="en-US" sz="3600" dirty="0" smtClean="0"/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3600" dirty="0" smtClean="0"/>
              <a:t>(</a:t>
            </a:r>
            <a:r>
              <a:rPr lang="en-US" sz="3600" dirty="0" err="1" smtClean="0"/>
              <a:t>Aditya</a:t>
            </a:r>
            <a:r>
              <a:rPr lang="en-US" sz="3600" dirty="0" smtClean="0"/>
              <a:t> Connect)</a:t>
            </a:r>
            <a:endParaRPr lang="en-US" sz="3600" dirty="0"/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36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1100" spc="-2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11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/>
              <a:t>                             </a:t>
            </a:r>
            <a:r>
              <a:rPr lang="en-US" sz="1900" b="1" dirty="0" smtClean="0"/>
              <a:t>GOROGODO </a:t>
            </a:r>
            <a:r>
              <a:rPr lang="en-US" sz="1900" b="1" dirty="0"/>
              <a:t>TAKUNDA </a:t>
            </a:r>
            <a:r>
              <a:rPr lang="en-US" sz="1900" b="1" dirty="0" smtClean="0"/>
              <a:t>LEONARD(24B11CS488)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dirty="0" smtClean="0"/>
              <a:t>                                                 M </a:t>
            </a:r>
            <a:r>
              <a:rPr lang="en-US" sz="1900" b="1" dirty="0"/>
              <a:t>NAGA </a:t>
            </a:r>
            <a:r>
              <a:rPr lang="en-US" sz="1900" b="1" dirty="0" smtClean="0"/>
              <a:t>ABHILASH(24B11CS267)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dirty="0" smtClean="0"/>
              <a:t>                                                 NYAMHAMBA </a:t>
            </a:r>
            <a:r>
              <a:rPr lang="en-US" sz="1900" b="1" dirty="0"/>
              <a:t>BUDWELL </a:t>
            </a:r>
            <a:r>
              <a:rPr lang="en-US" sz="1900" b="1" dirty="0" smtClean="0"/>
              <a:t>K(24B11CS511)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dirty="0" smtClean="0"/>
              <a:t>                                                 KARRI LOKESH(25B21CS080)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36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36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600" dirty="0" smtClean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US" sz="36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US" sz="28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169" y="211045"/>
            <a:ext cx="4995304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/>
            </a:r>
            <a:br>
              <a:rPr lang="en-US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046" y="1600200"/>
            <a:ext cx="8053754" cy="4525963"/>
          </a:xfrm>
        </p:spPr>
        <p:txBody>
          <a:bodyPr>
            <a:noAutofit/>
          </a:bodyPr>
          <a:lstStyle/>
          <a:p>
            <a:r>
              <a:rPr sz="1800" dirty="0"/>
              <a:t>Abstract</a:t>
            </a:r>
          </a:p>
          <a:p>
            <a:r>
              <a:rPr sz="1800" dirty="0"/>
              <a:t>Introduction</a:t>
            </a:r>
          </a:p>
          <a:p>
            <a:r>
              <a:rPr sz="1800" dirty="0"/>
              <a:t>System Analysis</a:t>
            </a:r>
          </a:p>
          <a:p>
            <a:r>
              <a:rPr sz="1800" dirty="0"/>
              <a:t>Database Design</a:t>
            </a:r>
          </a:p>
          <a:p>
            <a:r>
              <a:rPr sz="1800" dirty="0"/>
              <a:t>System Design</a:t>
            </a:r>
          </a:p>
          <a:p>
            <a:r>
              <a:rPr sz="1800" dirty="0"/>
              <a:t>System Implementation</a:t>
            </a:r>
          </a:p>
          <a:p>
            <a:r>
              <a:rPr sz="1800" dirty="0"/>
              <a:t>Future Enhancements</a:t>
            </a:r>
          </a:p>
          <a:p>
            <a:r>
              <a:rPr sz="1800" dirty="0"/>
              <a:t>References</a:t>
            </a:r>
          </a:p>
          <a:p>
            <a:r>
              <a:rPr sz="1800" dirty="0"/>
              <a:t>Conclusion</a:t>
            </a:r>
          </a:p>
        </p:txBody>
      </p:sp>
      <p:pic>
        <p:nvPicPr>
          <p:cNvPr id="19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0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21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Presentation Outline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72251" y="1600200"/>
            <a:ext cx="7197838" cy="4525963"/>
          </a:xfrm>
        </p:spPr>
        <p:txBody>
          <a:bodyPr>
            <a:normAutofit/>
          </a:bodyPr>
          <a:lstStyle/>
          <a:p>
            <a:r>
              <a:rPr lang="en-US" sz="1800" dirty="0"/>
              <a:t>A real-time chat application built using MERN stack and Socket.io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 </a:t>
            </a:r>
            <a:r>
              <a:rPr lang="en-US" sz="1800" dirty="0"/>
              <a:t>Provides instant messaging, online status, and </a:t>
            </a:r>
            <a:r>
              <a:rPr lang="en-US" sz="1800" dirty="0" smtClean="0"/>
              <a:t>profile view</a:t>
            </a:r>
            <a:r>
              <a:rPr lang="en-US" sz="1800" dirty="0" smtClean="0"/>
              <a:t>. </a:t>
            </a:r>
            <a:endParaRPr lang="en-US" sz="1800" dirty="0" smtClean="0"/>
          </a:p>
          <a:p>
            <a:r>
              <a:rPr lang="en-US" sz="1800" dirty="0" smtClean="0"/>
              <a:t>Ensures </a:t>
            </a:r>
            <a:r>
              <a:rPr lang="en-US" sz="1800" dirty="0"/>
              <a:t>scalability and real-time </a:t>
            </a:r>
            <a:r>
              <a:rPr lang="en-US" sz="1800" dirty="0" smtClean="0"/>
              <a:t>communication.</a:t>
            </a:r>
          </a:p>
          <a:p>
            <a:r>
              <a:rPr lang="en-US" sz="1800" dirty="0" smtClean="0"/>
              <a:t>Supports </a:t>
            </a:r>
            <a:r>
              <a:rPr lang="en-US" sz="1800" dirty="0"/>
              <a:t>one-to-one messaging with efficient data synchronization. </a:t>
            </a:r>
            <a:endParaRPr lang="en-US" sz="1800" dirty="0" smtClean="0"/>
          </a:p>
          <a:p>
            <a:r>
              <a:rPr lang="en-US" sz="1800" dirty="0" smtClean="0"/>
              <a:t>Implements </a:t>
            </a:r>
            <a:r>
              <a:rPr lang="en-US" sz="1800" dirty="0"/>
              <a:t>secure user authentication and maintains reliable message delivery.</a:t>
            </a:r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800" dirty="0"/>
              <a:t>s</a:t>
            </a:r>
            <a:endParaRPr sz="800" dirty="0"/>
          </a:p>
        </p:txBody>
      </p:sp>
      <p:pic>
        <p:nvPicPr>
          <p:cNvPr id="2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9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50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1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52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53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Abstract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040" y="1600200"/>
            <a:ext cx="7772400" cy="4525963"/>
          </a:xfrm>
        </p:spPr>
        <p:txBody>
          <a:bodyPr>
            <a:normAutofit/>
          </a:bodyPr>
          <a:lstStyle/>
          <a:p>
            <a:r>
              <a:rPr lang="en-US" sz="1800" dirty="0"/>
              <a:t>Communication apps are essential today. </a:t>
            </a:r>
          </a:p>
          <a:p>
            <a:r>
              <a:rPr lang="en-US" sz="1800" dirty="0"/>
              <a:t>Traditional systems lack real-time updates. </a:t>
            </a:r>
          </a:p>
          <a:p>
            <a:r>
              <a:rPr lang="en-US" sz="1800" dirty="0"/>
              <a:t>This project builds a modern chat system using web technologies. </a:t>
            </a:r>
          </a:p>
          <a:p>
            <a:r>
              <a:rPr lang="en-US" sz="1800" dirty="0"/>
              <a:t>It focuses on improving user interaction through instant messaging features. </a:t>
            </a:r>
          </a:p>
          <a:p>
            <a:r>
              <a:rPr lang="en-US" sz="1800" dirty="0"/>
              <a:t>The system aims to provide a seamless and responsive communication experience</a:t>
            </a:r>
            <a:r>
              <a:rPr lang="en-US" sz="2800" dirty="0"/>
              <a:t>. </a:t>
            </a:r>
          </a:p>
          <a:p>
            <a:endParaRPr sz="2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189797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Introduction</a:t>
              </a: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 </a:t>
            </a:r>
            <a:r>
              <a:rPr sz="3100" dirty="0" smtClean="0"/>
              <a:t>Functional Requirements</a:t>
            </a:r>
            <a:r>
              <a:rPr lang="en-US" sz="3100" dirty="0" smtClean="0"/>
              <a:t>:</a:t>
            </a:r>
            <a:endParaRPr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User registration and login functionality allows users to securely create accounts and access the </a:t>
            </a:r>
            <a:r>
              <a:rPr lang="en-US" sz="1800" dirty="0" smtClean="0"/>
              <a:t>application.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application supports one-to-one messaging, enabling direct communication between </a:t>
            </a:r>
            <a:r>
              <a:rPr lang="en-US" sz="1800" dirty="0" smtClean="0"/>
              <a:t>users.</a:t>
            </a:r>
          </a:p>
          <a:p>
            <a:r>
              <a:rPr lang="en-US" sz="1800" dirty="0" smtClean="0"/>
              <a:t>It </a:t>
            </a:r>
            <a:r>
              <a:rPr lang="en-US" sz="1800" dirty="0"/>
              <a:t>provides online and offline status indicators to show user availability in real </a:t>
            </a:r>
            <a:r>
              <a:rPr lang="en-US" sz="1800" dirty="0" smtClean="0"/>
              <a:t>time.</a:t>
            </a:r>
          </a:p>
          <a:p>
            <a:r>
              <a:rPr lang="en-US" sz="1800" dirty="0" smtClean="0"/>
              <a:t>Profile viewing is ther</a:t>
            </a:r>
            <a:r>
              <a:rPr lang="en-US" sz="1800" dirty="0" smtClean="0"/>
              <a:t>e so as to know and have detail about a person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r>
              <a:rPr lang="en-US" sz="1800" dirty="0" smtClean="0"/>
              <a:t>All </a:t>
            </a:r>
            <a:r>
              <a:rPr lang="en-US" sz="1800" dirty="0"/>
              <a:t>messages are stored efficiently in a database for future retrieval and reference.</a:t>
            </a:r>
            <a:endParaRPr sz="1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24123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System Analysis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sz="3100" dirty="0" smtClean="0"/>
              <a:t>Requirements</a:t>
            </a:r>
            <a:endParaRPr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1" dirty="0"/>
              <a:t>Hardware Requirements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300" dirty="0"/>
              <a:t>Processor: Intel i3 or above</a:t>
            </a:r>
            <a:br>
              <a:rPr lang="en-US" sz="2300" dirty="0"/>
            </a:br>
            <a:r>
              <a:rPr lang="en-US" sz="2300" dirty="0"/>
              <a:t>RAM: Minimum 4 GB</a:t>
            </a:r>
            <a:br>
              <a:rPr lang="en-US" sz="2300" dirty="0"/>
            </a:br>
            <a:r>
              <a:rPr lang="en-US" sz="2300" dirty="0"/>
              <a:t>Storage: 20 GB or </a:t>
            </a:r>
            <a:r>
              <a:rPr lang="en-US" sz="2300" dirty="0" smtClean="0"/>
              <a:t>more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en-US" sz="2300" dirty="0"/>
              <a:t>Internet Connection: Stable broadband connection</a:t>
            </a:r>
          </a:p>
          <a:p>
            <a:r>
              <a:rPr lang="en-US" sz="2200" b="1" dirty="0"/>
              <a:t>Software </a:t>
            </a:r>
            <a:r>
              <a:rPr lang="en-US" sz="2200" b="1" dirty="0" smtClean="0"/>
              <a:t>Requirements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300" dirty="0"/>
              <a:t>Programming Language: JavaScript (ES6 or above)</a:t>
            </a:r>
            <a:br>
              <a:rPr lang="en-US" sz="2300" dirty="0"/>
            </a:br>
            <a:r>
              <a:rPr lang="en-US" sz="2300" dirty="0"/>
              <a:t>Runtime Environment: Node.js</a:t>
            </a:r>
            <a:br>
              <a:rPr lang="en-US" sz="2300" dirty="0"/>
            </a:br>
            <a:r>
              <a:rPr lang="en-US" sz="2300" dirty="0"/>
              <a:t>Frontend Library: React.js</a:t>
            </a:r>
            <a:br>
              <a:rPr lang="en-US" sz="2300" dirty="0"/>
            </a:br>
            <a:r>
              <a:rPr lang="en-US" sz="2300" dirty="0"/>
              <a:t>Backend Framework: Express.js</a:t>
            </a:r>
            <a:br>
              <a:rPr lang="en-US" sz="2300" dirty="0"/>
            </a:br>
            <a:r>
              <a:rPr lang="en-US" sz="2300" dirty="0"/>
              <a:t>Database: </a:t>
            </a:r>
            <a:r>
              <a:rPr lang="en-US" sz="2300" dirty="0" err="1"/>
              <a:t>MongoDB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en-US" sz="2300" dirty="0"/>
              <a:t>IDE/Editor: VS Code</a:t>
            </a:r>
            <a:br>
              <a:rPr lang="en-US" sz="2300" dirty="0"/>
            </a:br>
            <a:r>
              <a:rPr lang="en-US" sz="2300" dirty="0"/>
              <a:t>Version Control: </a:t>
            </a:r>
            <a:r>
              <a:rPr lang="en-US" sz="2300" dirty="0" err="1"/>
              <a:t>Git</a:t>
            </a:r>
            <a:r>
              <a:rPr lang="en-US" sz="2300" dirty="0"/>
              <a:t> &amp; </a:t>
            </a:r>
            <a:r>
              <a:rPr lang="en-US" sz="2300" dirty="0" err="1"/>
              <a:t>GitHub</a:t>
            </a:r>
            <a:r>
              <a:rPr lang="en-US" sz="3400" dirty="0"/>
              <a:t/>
            </a:r>
            <a:br>
              <a:rPr lang="en-US" sz="3400" dirty="0"/>
            </a:br>
            <a:endParaRPr sz="34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System Analysis</a:t>
              </a:r>
              <a:endParaRPr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72250" y="1600200"/>
            <a:ext cx="7357349" cy="4525963"/>
          </a:xfrm>
        </p:spPr>
        <p:txBody>
          <a:bodyPr>
            <a:normAutofit/>
          </a:bodyPr>
          <a:lstStyle/>
          <a:p>
            <a:r>
              <a:rPr lang="en-US" sz="1800" dirty="0"/>
              <a:t>The application uses </a:t>
            </a:r>
            <a:r>
              <a:rPr lang="en-US" sz="1800" dirty="0" err="1"/>
              <a:t>MongoDB</a:t>
            </a:r>
            <a:r>
              <a:rPr lang="en-US" sz="1800" dirty="0"/>
              <a:t> as the database to efficiently store and manage data in a flexible, document-oriented </a:t>
            </a:r>
            <a:r>
              <a:rPr lang="en-US" sz="1800" dirty="0" smtClean="0"/>
              <a:t>format.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database is organized into collections such as Users, Messages, and Conversations to maintain structured data </a:t>
            </a:r>
            <a:r>
              <a:rPr lang="en-US" sz="1800" dirty="0" smtClean="0"/>
              <a:t>storage.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Users collection stores user details including authentication information and profile </a:t>
            </a:r>
            <a:r>
              <a:rPr lang="en-US" sz="1800" dirty="0" smtClean="0"/>
              <a:t>data.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Messages collection holds all chat messages along with timestamps, sender, and receiver </a:t>
            </a:r>
            <a:r>
              <a:rPr lang="en-US" sz="1800" dirty="0" smtClean="0"/>
              <a:t>details.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Conversations collection manages chat sessions between users, enabling efficient retrieval of message </a:t>
            </a:r>
            <a:r>
              <a:rPr lang="en-US" sz="1800" dirty="0" smtClean="0"/>
              <a:t>history.</a:t>
            </a:r>
          </a:p>
          <a:p>
            <a:r>
              <a:rPr lang="en-US" sz="1800" dirty="0" smtClean="0"/>
              <a:t>This </a:t>
            </a:r>
            <a:r>
              <a:rPr lang="en-US" sz="1800" dirty="0"/>
              <a:t>design ensures scalability, fast data access, and smooth handling of real-time communication.</a:t>
            </a:r>
            <a:endParaRPr sz="1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Database Design</a:t>
              </a:r>
              <a:endParaRPr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sz="3100" dirty="0" smtClean="0"/>
              <a:t>Modules</a:t>
            </a:r>
            <a:endParaRPr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2800" dirty="0" smtClean="0"/>
          </a:p>
          <a:p>
            <a:r>
              <a:rPr lang="en-US" sz="2800" b="1" dirty="0"/>
              <a:t>Authentication Module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This module handles user registration and login processes. It ensures secure authentication by validating user credentials and managing user sessions.</a:t>
            </a:r>
          </a:p>
          <a:p>
            <a:r>
              <a:rPr lang="en-US" sz="2800" b="1" dirty="0"/>
              <a:t>Chat Module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The chat module enables one-to-one messaging between users. It manages sending, receiving, and displaying messages in real time within the application.</a:t>
            </a:r>
          </a:p>
          <a:p>
            <a:r>
              <a:rPr lang="en-US" sz="2800" b="1" dirty="0"/>
              <a:t>Socket Communication Module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This module uses Socket.io to establish real-time, bidirectional communication between the client and server. It ensures instant message delivery and updates such as online status.</a:t>
            </a:r>
          </a:p>
          <a:p>
            <a:r>
              <a:rPr lang="en-US" sz="2800" b="1" dirty="0"/>
              <a:t>Database Module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The database module is responsible for storing and retrieving data from </a:t>
            </a:r>
            <a:r>
              <a:rPr lang="en-US" sz="2800" dirty="0" err="1"/>
              <a:t>MongoDB</a:t>
            </a:r>
            <a:r>
              <a:rPr lang="en-US" sz="2800" dirty="0"/>
              <a:t>. It manages user information, messages, and conversation history efficiently.</a:t>
            </a:r>
          </a:p>
          <a:p>
            <a:r>
              <a:rPr lang="en-US" sz="2800" b="1" dirty="0"/>
              <a:t>UI Module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The UI module focuses on the frontend design and user experience. It provides an interactive and user-friendly interface using React for smooth navigation and communication.</a:t>
            </a:r>
          </a:p>
          <a:p>
            <a:endParaRPr sz="2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18825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System Design</a:t>
              </a:r>
              <a:endParaRPr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19086" y="1640114"/>
            <a:ext cx="5283200" cy="4500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1. Login </a:t>
            </a:r>
            <a:r>
              <a:rPr lang="en-US" sz="1800" b="1" dirty="0" smtClean="0"/>
              <a:t>Page</a:t>
            </a:r>
            <a:endParaRPr lang="en-US" sz="1800" dirty="0" smtClean="0"/>
          </a:p>
          <a:p>
            <a:endParaRPr lang="en-US" sz="2800" b="1" dirty="0" smtClean="0"/>
          </a:p>
        </p:txBody>
      </p:sp>
      <p:pic>
        <p:nvPicPr>
          <p:cNvPr id="4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" y="2331720"/>
            <a:ext cx="6988048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1143" y="1741714"/>
            <a:ext cx="207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Registration Page</a:t>
            </a:r>
          </a:p>
        </p:txBody>
      </p:sp>
      <p:pic>
        <p:nvPicPr>
          <p:cNvPr id="5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7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8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51" y="2190750"/>
            <a:ext cx="7481174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9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pic>
        <p:nvPicPr>
          <p:cNvPr id="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2251" y="2017486"/>
            <a:ext cx="2738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Dashboard / Home Page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2466974"/>
            <a:ext cx="7079489" cy="331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07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47853"/>
            <a:ext cx="1163002" cy="4243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72251" y="1872343"/>
            <a:ext cx="5054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5. Online/Offline Status </a:t>
            </a:r>
            <a:r>
              <a:rPr lang="en-US" b="1" dirty="0" smtClean="0"/>
              <a:t>View and Message Storage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2362201"/>
            <a:ext cx="76009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14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69257" y="1930400"/>
            <a:ext cx="294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4. One-to-One Chat Interface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22" y="2514600"/>
            <a:ext cx="5672956" cy="396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3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/>
          <p:cNvGrpSpPr/>
          <p:nvPr/>
        </p:nvGrpSpPr>
        <p:grpSpPr>
          <a:xfrm>
            <a:off x="2667665" y="16092"/>
            <a:ext cx="5402423" cy="1198311"/>
            <a:chOff x="2582717" y="47148"/>
            <a:chExt cx="5169375" cy="1198311"/>
          </a:xfrm>
        </p:grpSpPr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System  Implementation</a:t>
              </a: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69257" y="1930400"/>
            <a:ext cx="180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5.Profile Viewing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71" y="2581275"/>
            <a:ext cx="6582257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47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8554" y="1600200"/>
            <a:ext cx="7491046" cy="4525963"/>
          </a:xfrm>
        </p:spPr>
        <p:txBody>
          <a:bodyPr>
            <a:normAutofit/>
          </a:bodyPr>
          <a:lstStyle/>
          <a:p>
            <a:r>
              <a:rPr lang="en-US" sz="1800" dirty="0"/>
              <a:t>The application can be enhanced by adding a group chat feature, allowing multiple users to communicate within a single </a:t>
            </a:r>
            <a:r>
              <a:rPr lang="en-US" sz="1800" dirty="0" smtClean="0"/>
              <a:t>conversation.</a:t>
            </a:r>
          </a:p>
          <a:p>
            <a:r>
              <a:rPr lang="en-US" sz="1800" dirty="0" smtClean="0"/>
              <a:t>File </a:t>
            </a:r>
            <a:r>
              <a:rPr lang="en-US" sz="1800" dirty="0"/>
              <a:t>sharing functionality can be implemented to enable users to send images, documents, and other media </a:t>
            </a:r>
            <a:r>
              <a:rPr lang="en-US" sz="1800" dirty="0" smtClean="0"/>
              <a:t>files.</a:t>
            </a:r>
          </a:p>
          <a:p>
            <a:r>
              <a:rPr lang="en-US" sz="1800" dirty="0" smtClean="0"/>
              <a:t>Voice </a:t>
            </a:r>
            <a:r>
              <a:rPr lang="en-US" sz="1800" dirty="0"/>
              <a:t>and video calling features can be integrated to support real-time audio and visual </a:t>
            </a:r>
            <a:r>
              <a:rPr lang="en-US" sz="1800" dirty="0" smtClean="0"/>
              <a:t>communication.</a:t>
            </a:r>
          </a:p>
          <a:p>
            <a:r>
              <a:rPr lang="en-US" sz="1800" dirty="0" smtClean="0"/>
              <a:t>Push </a:t>
            </a:r>
            <a:r>
              <a:rPr lang="en-US" sz="1800" dirty="0"/>
              <a:t>notifications can be added to alert users about new messages and updates even when they are not actively using the application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Add </a:t>
            </a:r>
            <a:r>
              <a:rPr lang="en-US" sz="1800" dirty="0" err="1" smtClean="0"/>
              <a:t>emoji</a:t>
            </a:r>
            <a:r>
              <a:rPr lang="en-US" sz="1800" dirty="0" smtClean="0"/>
              <a:t> features for improved interaction.</a:t>
            </a:r>
            <a:endParaRPr lang="en-US" sz="1800" dirty="0"/>
          </a:p>
          <a:p>
            <a:endParaRPr sz="1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Future Enhancements</a:t>
              </a:r>
              <a:endParaRPr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72250" y="1600200"/>
            <a:ext cx="7357349" cy="4525963"/>
          </a:xfrm>
        </p:spPr>
        <p:txBody>
          <a:bodyPr>
            <a:normAutofit/>
          </a:bodyPr>
          <a:lstStyle/>
          <a:p>
            <a:r>
              <a:rPr lang="en-US" sz="1800" dirty="0"/>
              <a:t>The development of this real-time chat application referred to the official </a:t>
            </a:r>
            <a:r>
              <a:rPr lang="en-US" sz="1800" dirty="0" err="1"/>
              <a:t>MongoDB</a:t>
            </a:r>
            <a:r>
              <a:rPr lang="en-US" sz="1800" dirty="0"/>
              <a:t> documentation for database design and data </a:t>
            </a:r>
            <a:r>
              <a:rPr lang="en-US" sz="1800" dirty="0" smtClean="0"/>
              <a:t>management.</a:t>
            </a:r>
            <a:endParaRPr lang="en-US" sz="1800" dirty="0"/>
          </a:p>
          <a:p>
            <a:r>
              <a:rPr lang="en-US" sz="1800" dirty="0" smtClean="0"/>
              <a:t>The </a:t>
            </a:r>
            <a:r>
              <a:rPr lang="en-US" sz="1800" dirty="0"/>
              <a:t>React documentation was used to build an interactive and responsive user </a:t>
            </a:r>
            <a:r>
              <a:rPr lang="en-US" sz="1800" dirty="0" smtClean="0"/>
              <a:t>interface.</a:t>
            </a:r>
          </a:p>
          <a:p>
            <a:r>
              <a:rPr lang="en-US" sz="1800" dirty="0" smtClean="0"/>
              <a:t>Node.js </a:t>
            </a:r>
            <a:r>
              <a:rPr lang="en-US" sz="1800" dirty="0"/>
              <a:t>documentation provided guidance for developing the server-side logic and handling asynchronous </a:t>
            </a:r>
            <a:r>
              <a:rPr lang="en-US" sz="1800" dirty="0" smtClean="0"/>
              <a:t>operations.</a:t>
            </a:r>
          </a:p>
          <a:p>
            <a:r>
              <a:rPr lang="en-US" sz="1800" dirty="0" smtClean="0"/>
              <a:t>Socket.io </a:t>
            </a:r>
            <a:r>
              <a:rPr lang="en-US" sz="1800" dirty="0"/>
              <a:t>documentation was referred to for implementing real-time, bidirectional </a:t>
            </a:r>
            <a:r>
              <a:rPr lang="en-US" sz="1800" dirty="0" smtClean="0"/>
              <a:t>communication.</a:t>
            </a:r>
          </a:p>
          <a:p>
            <a:r>
              <a:rPr lang="en-US" sz="1800" dirty="0" smtClean="0"/>
              <a:t>Additionally</a:t>
            </a:r>
            <a:r>
              <a:rPr lang="en-US" sz="1800" dirty="0"/>
              <a:t>, Express.js documentation was used to design and manage backend APIs </a:t>
            </a:r>
            <a:r>
              <a:rPr lang="en-US" sz="1800" dirty="0" smtClean="0"/>
              <a:t>efficiently.</a:t>
            </a:r>
          </a:p>
          <a:p>
            <a:r>
              <a:rPr lang="en-US" sz="1800" dirty="0" err="1" smtClean="0"/>
              <a:t>GitHub</a:t>
            </a:r>
            <a:r>
              <a:rPr lang="en-US" sz="1800" dirty="0" smtClean="0"/>
              <a:t> </a:t>
            </a:r>
            <a:r>
              <a:rPr lang="en-US" sz="1800" dirty="0"/>
              <a:t>resources and community discussions were also utilized for version control practices and troubleshooting during development.</a:t>
            </a:r>
          </a:p>
          <a:p>
            <a:endParaRPr sz="1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667665" y="1578"/>
            <a:ext cx="5402423" cy="1198311"/>
            <a:chOff x="2582717" y="47148"/>
            <a:chExt cx="5169375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References</a:t>
              </a:r>
              <a:endParaRPr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72251" y="1600200"/>
            <a:ext cx="7357348" cy="4525963"/>
          </a:xfrm>
        </p:spPr>
        <p:txBody>
          <a:bodyPr>
            <a:normAutofit/>
          </a:bodyPr>
          <a:lstStyle/>
          <a:p>
            <a:r>
              <a:rPr lang="en-US" sz="1800" dirty="0"/>
              <a:t>The project successfully demonstrates the development of an efficient real-time chat </a:t>
            </a:r>
            <a:r>
              <a:rPr lang="en-US" sz="1800" dirty="0" smtClean="0"/>
              <a:t>system.</a:t>
            </a:r>
          </a:p>
          <a:p>
            <a:r>
              <a:rPr lang="en-US" sz="1800" dirty="0" smtClean="0"/>
              <a:t>It </a:t>
            </a:r>
            <a:r>
              <a:rPr lang="en-US" sz="1800" dirty="0"/>
              <a:t>is built using a scalable and modern architecture based on the MERN stack and </a:t>
            </a:r>
            <a:r>
              <a:rPr lang="en-US" sz="1800" dirty="0" smtClean="0"/>
              <a:t>Socket.io.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application significantly improves the communication experience through instant messaging and real-time </a:t>
            </a:r>
            <a:r>
              <a:rPr lang="en-US" sz="1800" dirty="0" smtClean="0"/>
              <a:t>updates.</a:t>
            </a:r>
          </a:p>
          <a:p>
            <a:r>
              <a:rPr lang="en-US" sz="1800" dirty="0" smtClean="0"/>
              <a:t>It </a:t>
            </a:r>
            <a:r>
              <a:rPr lang="en-US" sz="1800" dirty="0"/>
              <a:t>ensures reliable message delivery and smooth user </a:t>
            </a:r>
            <a:r>
              <a:rPr lang="en-US" sz="1800" dirty="0" smtClean="0"/>
              <a:t>interaction.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system is designed to handle multiple users efficiently without performance </a:t>
            </a:r>
            <a:r>
              <a:rPr lang="en-US" sz="1800" dirty="0" smtClean="0"/>
              <a:t>issues.</a:t>
            </a:r>
          </a:p>
          <a:p>
            <a:r>
              <a:rPr lang="en-US" sz="1800" dirty="0" smtClean="0"/>
              <a:t>Overall, </a:t>
            </a:r>
            <a:r>
              <a:rPr lang="en-US" sz="1800" dirty="0"/>
              <a:t>the project highlights the practical implementation of modern web technologies in building real-world applications.</a:t>
            </a:r>
            <a:endParaRPr sz="18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10" name="object 3"/>
          <p:cNvGrpSpPr/>
          <p:nvPr/>
        </p:nvGrpSpPr>
        <p:grpSpPr>
          <a:xfrm>
            <a:off x="2682179" y="1578"/>
            <a:ext cx="5402423" cy="1198311"/>
            <a:chOff x="2582717" y="47148"/>
            <a:chExt cx="5169375" cy="1198311"/>
          </a:xfrm>
        </p:grpSpPr>
        <p:pic>
          <p:nvPicPr>
            <p:cNvPr id="11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2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643" y="86439"/>
              <a:ext cx="4997767" cy="1092279"/>
            </a:xfrm>
            <a:prstGeom prst="rect">
              <a:avLst/>
            </a:prstGeom>
          </p:spPr>
        </p:pic>
        <p:pic>
          <p:nvPicPr>
            <p:cNvPr id="13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717" y="243549"/>
              <a:ext cx="4831478" cy="522565"/>
            </a:xfrm>
            <a:prstGeom prst="rect">
              <a:avLst/>
            </a:prstGeom>
          </p:spPr>
        </p:pic>
        <p:sp>
          <p:nvSpPr>
            <p:cNvPr id="14" name="object 7"/>
            <p:cNvSpPr/>
            <p:nvPr/>
          </p:nvSpPr>
          <p:spPr>
            <a:xfrm>
              <a:off x="2842267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                             Conclusion</a:t>
              </a:r>
              <a:endParaRPr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8686"/>
            <a:ext cx="8229600" cy="188686"/>
          </a:xfrm>
        </p:spPr>
        <p:txBody>
          <a:bodyPr>
            <a:normAutofit fontScale="90000"/>
          </a:bodyPr>
          <a:lstStyle/>
          <a:p>
            <a:r>
              <a:rPr lang="en-US" sz="800" dirty="0" smtClean="0"/>
              <a:t>a</a:t>
            </a:r>
            <a:endParaRPr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</a:t>
            </a:r>
            <a:r>
              <a:rPr lang="en-US" sz="4400" dirty="0">
                <a:solidFill>
                  <a:srgbClr val="FF0000"/>
                </a:solidFill>
              </a:rPr>
              <a:t>Thank You</a:t>
            </a:r>
            <a:r>
              <a:rPr lang="en-US" sz="4400" dirty="0" smtClean="0">
                <a:solidFill>
                  <a:srgbClr val="FF0000"/>
                </a:solidFill>
              </a:rPr>
              <a:t>  </a:t>
            </a:r>
            <a:endParaRPr sz="4400" dirty="0">
              <a:solidFill>
                <a:srgbClr val="FF0000"/>
              </a:solidFill>
            </a:endParaRPr>
          </a:p>
        </p:txBody>
      </p:sp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664</Words>
  <Application>Microsoft Office PowerPoint</Application>
  <PresentationFormat>On-screen Show (4:3)</PresentationFormat>
  <Paragraphs>100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AMSD Cornerstone Project Final Review  </vt:lpstr>
      <vt:lpstr> </vt:lpstr>
      <vt:lpstr>s</vt:lpstr>
      <vt:lpstr> </vt:lpstr>
      <vt:lpstr>            Functional Requirements:</vt:lpstr>
      <vt:lpstr> Requirements</vt:lpstr>
      <vt:lpstr>PowerPoint Presentation</vt:lpstr>
      <vt:lpstr>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AMSD Cornerstone Project Final Review</dc:title>
  <dc:creator>Admin</dc:creator>
  <dc:description>generated using python-pptx</dc:description>
  <cp:lastModifiedBy>Admin</cp:lastModifiedBy>
  <cp:revision>25</cp:revision>
  <dcterms:created xsi:type="dcterms:W3CDTF">2013-01-27T09:14:16Z</dcterms:created>
  <dcterms:modified xsi:type="dcterms:W3CDTF">2026-04-05T09:16:35Z</dcterms:modified>
</cp:coreProperties>
</file>